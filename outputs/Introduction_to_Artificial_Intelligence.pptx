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 of Artificial Intelligence</a:t>
            </a:r>
          </a:p>
          <a:p>
            <a:r>
              <a:t>Brief history of AI development</a:t>
            </a:r>
          </a:p>
          <a:p>
            <a:r>
              <a:t>Current state of AI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Narrow or Weak AI</a:t>
            </a:r>
          </a:p>
          <a:p>
            <a:r>
              <a:t>General or Strong AI</a:t>
            </a:r>
          </a:p>
          <a:p>
            <a:r>
              <a:t>Superintelligence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Virtual assistants and chatbots</a:t>
            </a:r>
          </a:p>
          <a:p>
            <a:r>
              <a:t>Image and speech recognition</a:t>
            </a:r>
          </a:p>
          <a:p>
            <a:r>
              <a:t>Predictive analytics and machine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Benefits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efficiency and productivity</a:t>
            </a:r>
          </a:p>
          <a:p>
            <a:r>
              <a:t>Enhanced decision-making capabilities</a:t>
            </a:r>
          </a:p>
          <a:p>
            <a:r>
              <a:t>Job displacement and ethical concerns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Emerging trends and technologies</a:t>
            </a:r>
          </a:p>
          <a:p>
            <a:r>
              <a:t>Potential impact on industries and society</a:t>
            </a:r>
          </a:p>
          <a:p>
            <a:r>
              <a:t>Need for responsible AI development and regulation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