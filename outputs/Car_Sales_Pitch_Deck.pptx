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 Sales 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our car sales pitch deck</a:t>
            </a:r>
          </a:p>
          <a:p>
            <a:r>
              <a:t>Overview of the presented car model</a:t>
            </a:r>
          </a:p>
          <a:p>
            <a:r>
              <a:t>Benefits of purchasing from our dealership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and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 and performance details</a:t>
            </a:r>
          </a:p>
          <a:p>
            <a:r>
              <a:t>Interior and exterior design features</a:t>
            </a:r>
          </a:p>
          <a:p>
            <a:r>
              <a:t>Advanced technology and safety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 and Competitors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market trends and demand</a:t>
            </a:r>
          </a:p>
          <a:p>
            <a:r>
              <a:t>Competitor analysis and pricing comparison</a:t>
            </a:r>
          </a:p>
          <a:p>
            <a:r>
              <a:t>Unique selling points and advantages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Testimonials and Warranty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testimonials and reviews</a:t>
            </a:r>
          </a:p>
          <a:p>
            <a:r>
              <a:t>Comprehensive warranty and maintenance plans</a:t>
            </a:r>
          </a:p>
          <a:p>
            <a:r>
              <a:t>Additional services and support offered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and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Pricing and financing options available</a:t>
            </a:r>
          </a:p>
          <a:p>
            <a:r>
              <a:t>Incentives and special promotions</a:t>
            </a:r>
          </a:p>
          <a:p>
            <a:r>
              <a:t>Contact information and next steps for purchase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